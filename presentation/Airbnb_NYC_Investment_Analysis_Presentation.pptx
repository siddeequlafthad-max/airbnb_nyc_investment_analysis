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Airbnb NYC Investment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Data Analytics Project</a:t>
            </a:r>
          </a:p>
          <a:p>
            <a:r>
              <a:t>Tools: Python, SQL, Excel, Power BI,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Analyze NYC Airbnb listings</a:t>
            </a:r>
          </a:p>
          <a:p>
            <a:pPr>
              <a:defRPr sz="2200"/>
            </a:pPr>
            <a:r>
              <a:t>• Identify profitable investment opportunities</a:t>
            </a:r>
          </a:p>
          <a:p>
            <a:pPr>
              <a:defRPr sz="2200"/>
            </a:pPr>
            <a:r>
              <a:t>• Clean, analyze and visualize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Dataset: NYC Airbnb Open Data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Tools Used:</a:t>
            </a:r>
          </a:p>
          <a:p>
            <a:pPr>
              <a:defRPr sz="2200"/>
            </a:pPr>
            <a:r>
              <a:t>- Python</a:t>
            </a:r>
          </a:p>
          <a:p>
            <a:pPr>
              <a:defRPr sz="2200"/>
            </a:pPr>
            <a:r>
              <a:t>- SQL</a:t>
            </a:r>
          </a:p>
          <a:p>
            <a:pPr>
              <a:defRPr sz="2200"/>
            </a:pPr>
            <a:r>
              <a:t>- Excel</a:t>
            </a:r>
          </a:p>
          <a:p>
            <a:pPr>
              <a:defRPr sz="2200"/>
            </a:pPr>
            <a:r>
              <a:t>- Power BI</a:t>
            </a:r>
          </a:p>
          <a:p>
            <a:pPr>
              <a:defRPr sz="2200"/>
            </a:pPr>
            <a:r>
              <a:t>- Tableau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Data Cleaning (Python/Excel)</a:t>
            </a:r>
          </a:p>
          <a:p>
            <a:pPr>
              <a:defRPr sz="2200"/>
            </a:pPr>
            <a:r>
              <a:t>2. SQL Analysis</a:t>
            </a:r>
          </a:p>
          <a:p>
            <a:pPr>
              <a:defRPr sz="2200"/>
            </a:pPr>
            <a:r>
              <a:t>3. Dashboard Creation</a:t>
            </a:r>
          </a:p>
          <a:p>
            <a:pPr>
              <a:defRPr sz="2200"/>
            </a:pPr>
            <a:r>
              <a:t>4. Business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High-performing neighborhoods identified</a:t>
            </a:r>
          </a:p>
          <a:p>
            <a:pPr>
              <a:defRPr sz="2200"/>
            </a:pPr>
            <a:r>
              <a:t>• Pricing trends analyzed</a:t>
            </a:r>
          </a:p>
          <a:p>
            <a:pPr>
              <a:defRPr sz="2200"/>
            </a:pPr>
            <a:r>
              <a:t>• Occupancy and revenue opportunities evaluated</a:t>
            </a:r>
          </a:p>
          <a:p>
            <a:pPr>
              <a:defRPr sz="2200"/>
            </a:pPr>
            <a:r>
              <a:t>• Dashboard for decision making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Repository includes:</a:t>
            </a:r>
          </a:p>
          <a:p>
            <a:pPr>
              <a:defRPr sz="2200"/>
            </a:pPr>
            <a:r>
              <a:t>• Python Notebook</a:t>
            </a:r>
          </a:p>
          <a:p>
            <a:pPr>
              <a:defRPr sz="2200"/>
            </a:pPr>
            <a:r>
              <a:t>• SQL Queries</a:t>
            </a:r>
          </a:p>
          <a:p>
            <a:pPr>
              <a:defRPr sz="2200"/>
            </a:pPr>
            <a:r>
              <a:t>• Excel Dataset</a:t>
            </a:r>
          </a:p>
          <a:p>
            <a:pPr>
              <a:defRPr sz="2200"/>
            </a:pPr>
            <a:r>
              <a:t>• Power BI Dashboard</a:t>
            </a:r>
          </a:p>
          <a:p>
            <a:pPr>
              <a:defRPr sz="2200"/>
            </a:pPr>
            <a:r>
              <a:t>• Tableau Dashboard</a:t>
            </a:r>
          </a:p>
          <a:p>
            <a:pPr>
              <a:defRPr sz="2200"/>
            </a:pPr>
            <a:r>
              <a:t>• Dashboard Images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GitHub Portfolio</a:t>
            </a:r>
          </a:p>
          <a:p>
            <a:pPr>
              <a:defRPr sz="2200"/>
            </a:pPr>
            <a:r>
              <a:t>Prepared by Siddiqul Afdad K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